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MATEUS abre a apresentação: "Boa tarde/noite, somos Davi, Mateus e JP. Nosso trabalho é um estudo de caso de sistemas de informação, usando como exemplo um app de delivery de comida."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DAVI: "Escolhemos um app de delivery de comida como exemplo. Ele conecta clientes, restaurantes e entregadores em um único aplicativo: o cliente faz o pedido, o restaurante prepara e o entregador leva até o destino. Seguindo a definição da Pfleeger, vamos mostrar os objetos, as atividades e as relações desse sistema."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DAVI: "Aqui vemos os três atores, ou usuários, do sistema: cliente, restaurante e entregador. A fronteira é o limite do sistema — tudo o que está dentro da elipse é responsabilidade do app, e os usuários interagem com ele de fora para dentro."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MATEUS: "Os objetos, ou entidades, são os elementos sobre os quais o sistema guarda informação. Aqui temos três: Cliente, com nome, endereço, telefone e forma de pagamento; Restaurante, com nome, cardápio, endereço e avaliação; e Entregador, com nome, veículo, localização e avaliação."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JP: "As atividades são o que o sistema disponibiliza para cada usuário. O cliente faz pedidos e avalia a entrega; o restaurante atualiza o cardápio e aceita ou recusa pedidos; e o entregador aceita a corrida e atualiza o status da entrega."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JP: "A relação é o que liga cada objeto à atividade correspondente: o cliente se relaciona com 'fazer pedido' porque é ele quem inicia a compra; o restaurante se relaciona com 'aceitar pedido' porque é ele quem confirma e prepara; e o entregador se relaciona com 'atualizar status' porque é ele quem informa o andamento da entrega. É exatamente essa combinação de objetos, atividades e relações que forma o sistema de informação."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para perguntas da turma/professor.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5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— App de Delivery de Comida</a:t>
            </a:r>
            <a:endParaRPr lang="en-US" sz="2200" dirty="0"/>
          </a:p>
        </p:txBody>
      </p:sp>
      <p:pic>
        <p:nvPicPr>
          <p:cNvPr id="4" name="Image 0" descr="/home/claude/trabalho-si/moto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2062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D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— CEUB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 •  Mateus  •  João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delivery de comida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6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 L. Pfleeger </a:t>
            </a:r>
            <a:r>
              <a:rPr lang="en-US" sz="16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um SISTEMA como </a:t>
            </a:r>
            <a:r>
              <a:rPr lang="en-US" sz="1600" b="1" i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 conjunto de objetos e atividades, mais as relações que ligam os objetos às atividades"</a:t>
            </a:r>
            <a:r>
              <a:rPr lang="en-US" sz="16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10881360" cy="3291840"/>
          </a:xfrm>
          <a:prstGeom prst="roundRect">
            <a:avLst>
              <a:gd name="adj" fmla="val 3333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trabalho-si/moto_E8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803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288036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app de delivery de comida conecta três tipos de usuário em um único ambiente digital: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286000" y="36118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pedidos pelo aplicativo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86000" y="41148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Restaurante: </a:t>
            </a: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e prepara os pedidos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286000" y="46177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Entregador: </a:t>
            </a: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o pedido até o cliente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286000" y="52578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no exemplo do Espaço-Aluno, aqui também existem objetos, atividades e relações entre eles.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 e Fronteira do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566160" y="1737360"/>
            <a:ext cx="5120640" cy="42062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54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0" y="32004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"Conectar clientes,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e entregadores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só app"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869680" y="1463041"/>
            <a:ext cx="1554480" cy="365760"/>
          </a:xfrm>
          <a:prstGeom prst="rect">
            <a:avLst/>
          </a:prstGeom>
          <a:solidFill>
            <a:srgbClr val="26211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7690898" y="1737360"/>
            <a:ext cx="1188719" cy="407504"/>
          </a:xfrm>
          <a:prstGeom prst="line">
            <a:avLst/>
          </a:prstGeom>
          <a:noFill/>
          <a:ln w="19050">
            <a:solidFill>
              <a:srgbClr val="26211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trabalho-si/user_E8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48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98375" y="2022613"/>
            <a:ext cx="2685553" cy="128016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965960" y="1417320"/>
            <a:ext cx="1188720" cy="32004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000" dirty="0"/>
          </a:p>
        </p:txBody>
      </p:sp>
      <p:pic>
        <p:nvPicPr>
          <p:cNvPr id="11" name="Image 1" descr="/home/claude/trabalho-si/store_E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4632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5715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 flipV="1">
            <a:off x="1910303" y="4276808"/>
            <a:ext cx="2926080" cy="1047584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1965960" y="5486400"/>
            <a:ext cx="1188720" cy="32004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000" dirty="0"/>
          </a:p>
        </p:txBody>
      </p:sp>
      <p:pic>
        <p:nvPicPr>
          <p:cNvPr id="15" name="Image 2" descr="/home/claude/trabalho-si/moto_E854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4160520"/>
            <a:ext cx="82296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0" y="4800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138160" y="4071068"/>
            <a:ext cx="1920240" cy="500932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/>
          <p:nvPr/>
        </p:nvSpPr>
        <p:spPr>
          <a:xfrm>
            <a:off x="8663940" y="4686300"/>
            <a:ext cx="1188720" cy="320040"/>
          </a:xfrm>
          <a:prstGeom prst="rect">
            <a:avLst/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(Entidades) do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851660" y="1874520"/>
            <a:ext cx="1005840" cy="1005840"/>
          </a:xfrm>
          <a:prstGeom prst="ellipse">
            <a:avLst/>
          </a:prstGeom>
          <a:solidFill>
            <a:srgbClr val="E8542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trabalho-si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972" y="208483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611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0507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Endereço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4489704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Telefone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92861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 de pagamento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89120" y="155448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600700" y="1874520"/>
            <a:ext cx="1005840" cy="1005840"/>
          </a:xfrm>
          <a:prstGeom prst="ellipse">
            <a:avLst/>
          </a:prstGeom>
          <a:solidFill>
            <a:srgbClr val="E8542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/home/claude/trabalho-si/sto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012" y="2084832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754880" y="3611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Nome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54880" y="40507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Cardápio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54880" y="4489704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Endereço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754880" y="492861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Avaliação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138160" y="155448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9349740" y="1874520"/>
            <a:ext cx="1005840" cy="1005840"/>
          </a:xfrm>
          <a:prstGeom prst="ellipse">
            <a:avLst/>
          </a:prstGeom>
          <a:solidFill>
            <a:srgbClr val="E8542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2" descr="/home/claude/trabalho-si/moto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052" y="2084832"/>
            <a:ext cx="585216" cy="5852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38160" y="3017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Entregador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503920" y="3611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Nome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503920" y="405079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Veículo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503920" y="4489704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Localização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503920" y="492861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Avaliação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do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1F335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trabalho-si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556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554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1" descr="/home/claude/trabalho-si/check_E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62656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7432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pedido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37947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/home/claude/trabalho-si/check_E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14216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entrega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389120" y="1554480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1F335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3" descr="/home/claude/trabalho-si/stor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755648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57800" y="1554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4389120" y="274320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4" descr="/home/claude/trabalho-si/check_E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962656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66360" y="27432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cardápio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389120" y="37947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5" descr="/home/claude/trabalho-si/check_E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014216"/>
            <a:ext cx="411480" cy="411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66360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Aceitar/recusar pedido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8138160" y="1554480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1F335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6" descr="/home/claude/trabalho-si/moto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755648"/>
            <a:ext cx="502920" cy="5029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006840" y="155448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Entregador</a:t>
            </a:r>
            <a:endParaRPr lang="en-US" sz="1800" dirty="0"/>
          </a:p>
        </p:txBody>
      </p:sp>
      <p:sp>
        <p:nvSpPr>
          <p:cNvPr id="24" name="Shape 15"/>
          <p:cNvSpPr/>
          <p:nvPr/>
        </p:nvSpPr>
        <p:spPr>
          <a:xfrm>
            <a:off x="8138160" y="274320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7" descr="/home/claude/trabalho-si/check_E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962656"/>
            <a:ext cx="411480" cy="41148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915400" y="274320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corrida</a:t>
            </a:r>
            <a:endParaRPr lang="en-US" sz="1400" dirty="0"/>
          </a:p>
        </p:txBody>
      </p:sp>
      <p:sp>
        <p:nvSpPr>
          <p:cNvPr id="27" name="Shape 17"/>
          <p:cNvSpPr/>
          <p:nvPr/>
        </p:nvSpPr>
        <p:spPr>
          <a:xfrm>
            <a:off x="8138160" y="37947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FBEFE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8" descr="/home/claude/trabalho-si/check_E8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014216"/>
            <a:ext cx="411480" cy="4114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8915400" y="379476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status da entrega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Relações entre Objetos e Atividades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E8542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trabalho-si/us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4708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5448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063240" y="2080260"/>
            <a:ext cx="685800" cy="0"/>
          </a:xfrm>
          <a:prstGeom prst="line">
            <a:avLst/>
          </a:prstGeom>
          <a:noFill/>
          <a:ln w="25400">
            <a:solidFill>
              <a:srgbClr val="6B656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3794760" y="155448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1F33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023360" y="155448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pedido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95160" y="155448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Relação: </a:t>
            </a:r>
            <a:r>
              <a:rPr lang="en-US" sz="13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cliente que escolhe os itens e confirma a compra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E8542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trabalho-si/sto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6440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97180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63240" y="3497580"/>
            <a:ext cx="685800" cy="0"/>
          </a:xfrm>
          <a:prstGeom prst="line">
            <a:avLst/>
          </a:prstGeom>
          <a:noFill/>
          <a:ln w="25400">
            <a:solidFill>
              <a:srgbClr val="6B656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3794760" y="297180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1F33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4023360" y="29718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pedido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995160" y="297180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Relação: </a:t>
            </a:r>
            <a:r>
              <a:rPr lang="en-US" sz="13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restaurante que confirma e prepara o que foi pedido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43891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E8542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2" descr="/home/claude/trabalho-si/moto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8172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38912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Entregador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063240" y="4914900"/>
            <a:ext cx="685800" cy="0"/>
          </a:xfrm>
          <a:prstGeom prst="line">
            <a:avLst/>
          </a:prstGeom>
          <a:noFill/>
          <a:ln w="25400">
            <a:solidFill>
              <a:srgbClr val="6B656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3794760" y="438912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1F33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/>
          <p:nvPr/>
        </p:nvSpPr>
        <p:spPr>
          <a:xfrm>
            <a:off x="4023360" y="438912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status da entrega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995160" y="438912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Relação: </a:t>
            </a:r>
            <a:r>
              <a:rPr lang="en-US" sz="13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entregador que informa onde o pedido está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3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rabalho-si/comme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1031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 •  Mateus  •  João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610</Words>
  <Application>Microsoft Office PowerPoint</Application>
  <PresentationFormat>Widescreen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 Ribeiro</cp:lastModifiedBy>
  <cp:revision>3</cp:revision>
  <dcterms:created xsi:type="dcterms:W3CDTF">2026-08-25T19:04:30Z</dcterms:created>
  <dcterms:modified xsi:type="dcterms:W3CDTF">2026-08-25T19:40:30Z</dcterms:modified>
</cp:coreProperties>
</file>